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9"/>
  </p:notesMasterIdLst>
  <p:sldIdLst>
    <p:sldId id="256" r:id="rId5"/>
    <p:sldId id="2146847054" r:id="rId6"/>
    <p:sldId id="262" r:id="rId7"/>
    <p:sldId id="265" r:id="rId8"/>
    <p:sldId id="266" r:id="rId9"/>
    <p:sldId id="2146847056" r:id="rId10"/>
    <p:sldId id="2146847060" r:id="rId11"/>
    <p:sldId id="2146847058" r:id="rId12"/>
    <p:sldId id="2146847059" r:id="rId13"/>
    <p:sldId id="267" r:id="rId14"/>
    <p:sldId id="268" r:id="rId15"/>
    <p:sldId id="2146847055" r:id="rId16"/>
    <p:sldId id="269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3E3490-736C-40C8-85F3-07380A5D71E9}" v="80" dt="2025-10-11T12:25:05.2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>
      <p:cViewPr varScale="1">
        <p:scale>
          <a:sx n="82" d="100"/>
          <a:sy n="82" d="100"/>
        </p:scale>
        <p:origin x="5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venkata sahithi parepalli" userId="ddd610923d8b72e1" providerId="LiveId" clId="{1AD68BBA-4D3E-4577-8E06-A52210F8F7BE}"/>
    <pc:docChg chg="undo redo custSel addSld delSld modSld sldOrd">
      <pc:chgData name="naga venkata sahithi parepalli" userId="ddd610923d8b72e1" providerId="LiveId" clId="{1AD68BBA-4D3E-4577-8E06-A52210F8F7BE}" dt="2025-10-21T15:46:45.085" v="952" actId="47"/>
      <pc:docMkLst>
        <pc:docMk/>
      </pc:docMkLst>
      <pc:sldChg chg="modSp mod">
        <pc:chgData name="naga venkata sahithi parepalli" userId="ddd610923d8b72e1" providerId="LiveId" clId="{1AD68BBA-4D3E-4577-8E06-A52210F8F7BE}" dt="2025-10-11T12:24:49.378" v="947" actId="2"/>
        <pc:sldMkLst>
          <pc:docMk/>
          <pc:sldMk cId="953325580" sldId="256"/>
        </pc:sldMkLst>
        <pc:spChg chg="mod">
          <ac:chgData name="naga venkata sahithi parepalli" userId="ddd610923d8b72e1" providerId="LiveId" clId="{1AD68BBA-4D3E-4577-8E06-A52210F8F7BE}" dt="2025-10-11T08:49:07.857" v="13" actId="20577"/>
          <ac:spMkLst>
            <pc:docMk/>
            <pc:sldMk cId="953325580" sldId="256"/>
            <ac:spMk id="2" creationId="{A8A11E26-4C38-41A6-9857-11032CEECD80}"/>
          </ac:spMkLst>
        </pc:spChg>
        <pc:spChg chg="mod">
          <ac:chgData name="naga venkata sahithi parepalli" userId="ddd610923d8b72e1" providerId="LiveId" clId="{1AD68BBA-4D3E-4577-8E06-A52210F8F7BE}" dt="2025-10-11T12:24:49.378" v="947" actId="2"/>
          <ac:spMkLst>
            <pc:docMk/>
            <pc:sldMk cId="953325580" sldId="256"/>
            <ac:spMk id="4" creationId="{00000000-0000-0000-0000-000000000000}"/>
          </ac:spMkLst>
        </pc:spChg>
      </pc:sldChg>
      <pc:sldChg chg="modSp mod">
        <pc:chgData name="naga venkata sahithi parepalli" userId="ddd610923d8b72e1" providerId="LiveId" clId="{1AD68BBA-4D3E-4577-8E06-A52210F8F7BE}" dt="2025-10-11T12:02:48.249" v="904" actId="20577"/>
        <pc:sldMkLst>
          <pc:docMk/>
          <pc:sldMk cId="4066255318" sldId="259"/>
        </pc:sldMkLst>
        <pc:spChg chg="mod">
          <ac:chgData name="naga venkata sahithi parepalli" userId="ddd610923d8b72e1" providerId="LiveId" clId="{1AD68BBA-4D3E-4577-8E06-A52210F8F7BE}" dt="2025-10-11T12:02:48.249" v="904" actId="20577"/>
          <ac:spMkLst>
            <pc:docMk/>
            <pc:sldMk cId="4066255318" sldId="259"/>
            <ac:spMk id="5" creationId="{8BE4CA82-64EC-4D4E-A5E5-3EBB66E7B24C}"/>
          </ac:spMkLst>
        </pc:spChg>
      </pc:sldChg>
      <pc:sldChg chg="modSp mod">
        <pc:chgData name="naga venkata sahithi parepalli" userId="ddd610923d8b72e1" providerId="LiveId" clId="{1AD68BBA-4D3E-4577-8E06-A52210F8F7BE}" dt="2025-10-11T11:36:51.581" v="779" actId="14100"/>
        <pc:sldMkLst>
          <pc:docMk/>
          <pc:sldMk cId="1186421160" sldId="262"/>
        </pc:sldMkLst>
        <pc:spChg chg="mod">
          <ac:chgData name="naga venkata sahithi parepalli" userId="ddd610923d8b72e1" providerId="LiveId" clId="{1AD68BBA-4D3E-4577-8E06-A52210F8F7BE}" dt="2025-10-11T11:36:51.581" v="779" actId="14100"/>
          <ac:spMkLst>
            <pc:docMk/>
            <pc:sldMk cId="1186421160" sldId="262"/>
            <ac:spMk id="2" creationId="{A7D5EFD5-67FD-0471-2D5B-DB48161ADE03}"/>
          </ac:spMkLst>
        </pc:spChg>
      </pc:sldChg>
      <pc:sldChg chg="addSp delSp modSp mod">
        <pc:chgData name="naga venkata sahithi parepalli" userId="ddd610923d8b72e1" providerId="LiveId" clId="{1AD68BBA-4D3E-4577-8E06-A52210F8F7BE}" dt="2025-10-11T09:21:11.885" v="390" actId="2711"/>
        <pc:sldMkLst>
          <pc:docMk/>
          <pc:sldMk cId="3202024527" sldId="265"/>
        </pc:sldMkLst>
        <pc:spChg chg="add mod">
          <ac:chgData name="naga venkata sahithi parepalli" userId="ddd610923d8b72e1" providerId="LiveId" clId="{1AD68BBA-4D3E-4577-8E06-A52210F8F7BE}" dt="2025-10-11T09:21:11.885" v="390" actId="2711"/>
          <ac:spMkLst>
            <pc:docMk/>
            <pc:sldMk cId="3202024527" sldId="265"/>
            <ac:spMk id="3" creationId="{4230096D-CBE7-7FDC-AE10-37A50B239312}"/>
          </ac:spMkLst>
        </pc:spChg>
      </pc:sldChg>
      <pc:sldChg chg="modSp mod">
        <pc:chgData name="naga venkata sahithi parepalli" userId="ddd610923d8b72e1" providerId="LiveId" clId="{1AD68BBA-4D3E-4577-8E06-A52210F8F7BE}" dt="2025-10-11T11:37:19.579" v="781" actId="2711"/>
        <pc:sldMkLst>
          <pc:docMk/>
          <pc:sldMk cId="4154508776" sldId="266"/>
        </pc:sldMkLst>
        <pc:spChg chg="mod">
          <ac:chgData name="naga venkata sahithi parepalli" userId="ddd610923d8b72e1" providerId="LiveId" clId="{1AD68BBA-4D3E-4577-8E06-A52210F8F7BE}" dt="2025-10-11T11:37:19.579" v="781" actId="2711"/>
          <ac:spMkLst>
            <pc:docMk/>
            <pc:sldMk cId="4154508776" sldId="266"/>
            <ac:spMk id="3" creationId="{2A13D4AF-BC64-937B-E983-E2F50E4F343E}"/>
          </ac:spMkLst>
        </pc:spChg>
        <pc:spChg chg="mod">
          <ac:chgData name="naga venkata sahithi parepalli" userId="ddd610923d8b72e1" providerId="LiveId" clId="{1AD68BBA-4D3E-4577-8E06-A52210F8F7BE}" dt="2025-10-11T09:42:31.929" v="399" actId="14100"/>
          <ac:spMkLst>
            <pc:docMk/>
            <pc:sldMk cId="4154508776" sldId="266"/>
            <ac:spMk id="5" creationId="{8FBA75B4-2DD5-42EB-9397-F36BFB8BA723}"/>
          </ac:spMkLst>
        </pc:spChg>
      </pc:sldChg>
      <pc:sldChg chg="modSp mod">
        <pc:chgData name="naga venkata sahithi parepalli" userId="ddd610923d8b72e1" providerId="LiveId" clId="{1AD68BBA-4D3E-4577-8E06-A52210F8F7BE}" dt="2025-10-11T12:07:01.922" v="946" actId="20577"/>
        <pc:sldMkLst>
          <pc:docMk/>
          <pc:sldMk cId="1483293388" sldId="267"/>
        </pc:sldMkLst>
        <pc:spChg chg="mod">
          <ac:chgData name="naga venkata sahithi parepalli" userId="ddd610923d8b72e1" providerId="LiveId" clId="{1AD68BBA-4D3E-4577-8E06-A52210F8F7BE}" dt="2025-10-11T12:07:01.922" v="946" actId="20577"/>
          <ac:spMkLst>
            <pc:docMk/>
            <pc:sldMk cId="1483293388" sldId="267"/>
            <ac:spMk id="2" creationId="{D3304455-6802-6CA9-8475-2F6DD1B8D409}"/>
          </ac:spMkLst>
        </pc:spChg>
      </pc:sldChg>
      <pc:sldChg chg="modSp mod">
        <pc:chgData name="naga venkata sahithi parepalli" userId="ddd610923d8b72e1" providerId="LiveId" clId="{1AD68BBA-4D3E-4577-8E06-A52210F8F7BE}" dt="2025-10-11T11:40:43.849" v="793" actId="2711"/>
        <pc:sldMkLst>
          <pc:docMk/>
          <pc:sldMk cId="3183315129" sldId="268"/>
        </pc:sldMkLst>
        <pc:spChg chg="mod">
          <ac:chgData name="naga venkata sahithi parepalli" userId="ddd610923d8b72e1" providerId="LiveId" clId="{1AD68BBA-4D3E-4577-8E06-A52210F8F7BE}" dt="2025-10-11T11:40:43.849" v="793" actId="2711"/>
          <ac:spMkLst>
            <pc:docMk/>
            <pc:sldMk cId="3183315129" sldId="268"/>
            <ac:spMk id="2" creationId="{E40DB77D-9106-AD05-1664-25E5E9ABD26C}"/>
          </ac:spMkLst>
        </pc:spChg>
      </pc:sldChg>
      <pc:sldChg chg="addSp delSp modSp mod">
        <pc:chgData name="naga venkata sahithi parepalli" userId="ddd610923d8b72e1" providerId="LiveId" clId="{1AD68BBA-4D3E-4577-8E06-A52210F8F7BE}" dt="2025-10-11T12:25:29.920" v="951" actId="2"/>
        <pc:sldMkLst>
          <pc:docMk/>
          <pc:sldMk cId="728950222" sldId="269"/>
        </pc:sldMkLst>
        <pc:spChg chg="mod">
          <ac:chgData name="naga venkata sahithi parepalli" userId="ddd610923d8b72e1" providerId="LiveId" clId="{1AD68BBA-4D3E-4577-8E06-A52210F8F7BE}" dt="2025-10-11T12:00:25.100" v="889" actId="27636"/>
          <ac:spMkLst>
            <pc:docMk/>
            <pc:sldMk cId="728950222" sldId="269"/>
            <ac:spMk id="5" creationId="{8FBA75B4-2DD5-42EB-9397-F36BFB8BA723}"/>
          </ac:spMkLst>
        </pc:spChg>
        <pc:spChg chg="add mod">
          <ac:chgData name="naga venkata sahithi parepalli" userId="ddd610923d8b72e1" providerId="LiveId" clId="{1AD68BBA-4D3E-4577-8E06-A52210F8F7BE}" dt="2025-10-11T12:25:29.920" v="951" actId="2"/>
          <ac:spMkLst>
            <pc:docMk/>
            <pc:sldMk cId="728950222" sldId="269"/>
            <ac:spMk id="6" creationId="{6AFABEDB-2D7F-BA28-C0D2-F7C1CFB731D8}"/>
          </ac:spMkLst>
        </pc:spChg>
      </pc:sldChg>
      <pc:sldChg chg="modSp mod">
        <pc:chgData name="naga venkata sahithi parepalli" userId="ddd610923d8b72e1" providerId="LiveId" clId="{1AD68BBA-4D3E-4577-8E06-A52210F8F7BE}" dt="2025-10-11T08:59:00.437" v="190" actId="20577"/>
        <pc:sldMkLst>
          <pc:docMk/>
          <pc:sldMk cId="2900153716" sldId="2146847054"/>
        </pc:sldMkLst>
        <pc:spChg chg="mod">
          <ac:chgData name="naga venkata sahithi parepalli" userId="ddd610923d8b72e1" providerId="LiveId" clId="{1AD68BBA-4D3E-4577-8E06-A52210F8F7BE}" dt="2025-10-11T08:59:00.437" v="190" actId="20577"/>
          <ac:spMkLst>
            <pc:docMk/>
            <pc:sldMk cId="2900153716" sldId="2146847054"/>
            <ac:spMk id="3" creationId="{B2678641-EEA3-4EC4-BF39-4075B0C120E8}"/>
          </ac:spMkLst>
        </pc:spChg>
      </pc:sldChg>
      <pc:sldChg chg="addSp delSp modSp mod">
        <pc:chgData name="naga venkata sahithi parepalli" userId="ddd610923d8b72e1" providerId="LiveId" clId="{1AD68BBA-4D3E-4577-8E06-A52210F8F7BE}" dt="2025-10-11T12:25:01.706" v="948" actId="313"/>
        <pc:sldMkLst>
          <pc:docMk/>
          <pc:sldMk cId="614882681" sldId="2146847055"/>
        </pc:sldMkLst>
        <pc:spChg chg="mod">
          <ac:chgData name="naga venkata sahithi parepalli" userId="ddd610923d8b72e1" providerId="LiveId" clId="{1AD68BBA-4D3E-4577-8E06-A52210F8F7BE}" dt="2025-10-11T12:25:01.706" v="948" actId="313"/>
          <ac:spMkLst>
            <pc:docMk/>
            <pc:sldMk cId="614882681" sldId="2146847055"/>
            <ac:spMk id="5" creationId="{3F968F13-9AC4-7120-7ACD-9F752C767D5D}"/>
          </ac:spMkLst>
        </pc:spChg>
        <pc:spChg chg="add mod">
          <ac:chgData name="naga venkata sahithi parepalli" userId="ddd610923d8b72e1" providerId="LiveId" clId="{1AD68BBA-4D3E-4577-8E06-A52210F8F7BE}" dt="2025-10-11T11:48:30.985" v="864" actId="20577"/>
          <ac:spMkLst>
            <pc:docMk/>
            <pc:sldMk cId="614882681" sldId="2146847055"/>
            <ac:spMk id="10" creationId="{97058BC2-BE75-5328-DF68-9A687C36088C}"/>
          </ac:spMkLst>
        </pc:spChg>
      </pc:sldChg>
      <pc:sldChg chg="addSp delSp modSp mod delAnim modAnim">
        <pc:chgData name="naga venkata sahithi parepalli" userId="ddd610923d8b72e1" providerId="LiveId" clId="{1AD68BBA-4D3E-4577-8E06-A52210F8F7BE}" dt="2025-10-11T11:34:03.461" v="714" actId="14100"/>
        <pc:sldMkLst>
          <pc:docMk/>
          <pc:sldMk cId="424615260" sldId="2146847056"/>
        </pc:sldMkLst>
        <pc:spChg chg="mod">
          <ac:chgData name="naga venkata sahithi parepalli" userId="ddd610923d8b72e1" providerId="LiveId" clId="{1AD68BBA-4D3E-4577-8E06-A52210F8F7BE}" dt="2025-10-11T10:05:00.133" v="477" actId="14100"/>
          <ac:spMkLst>
            <pc:docMk/>
            <pc:sldMk cId="424615260" sldId="2146847056"/>
            <ac:spMk id="2" creationId="{68BE642F-C3D0-4B7A-8D8A-3804B8286D52}"/>
          </ac:spMkLst>
        </pc:spChg>
        <pc:spChg chg="mod">
          <ac:chgData name="naga venkata sahithi parepalli" userId="ddd610923d8b72e1" providerId="LiveId" clId="{1AD68BBA-4D3E-4577-8E06-A52210F8F7BE}" dt="2025-10-11T10:16:12.183" v="509" actId="14100"/>
          <ac:spMkLst>
            <pc:docMk/>
            <pc:sldMk cId="424615260" sldId="2146847056"/>
            <ac:spMk id="5" creationId="{3C230409-939A-60F3-342F-342F13F94BBC}"/>
          </ac:spMkLst>
        </pc:spChg>
        <pc:spChg chg="add mod">
          <ac:chgData name="naga venkata sahithi parepalli" userId="ddd610923d8b72e1" providerId="LiveId" clId="{1AD68BBA-4D3E-4577-8E06-A52210F8F7BE}" dt="2025-10-11T11:34:03.461" v="714" actId="14100"/>
          <ac:spMkLst>
            <pc:docMk/>
            <pc:sldMk cId="424615260" sldId="2146847056"/>
            <ac:spMk id="15" creationId="{84E2C67D-CC40-5E31-4EBF-E26C0337CB08}"/>
          </ac:spMkLst>
        </pc:spChg>
      </pc:sldChg>
      <pc:sldChg chg="addSp delSp modSp add del mod addAnim delAnim">
        <pc:chgData name="naga venkata sahithi parepalli" userId="ddd610923d8b72e1" providerId="LiveId" clId="{1AD68BBA-4D3E-4577-8E06-A52210F8F7BE}" dt="2025-10-21T15:46:45.085" v="952" actId="47"/>
        <pc:sldMkLst>
          <pc:docMk/>
          <pc:sldMk cId="3009691005" sldId="2146847057"/>
        </pc:sldMkLst>
      </pc:sldChg>
      <pc:sldChg chg="addSp delSp modSp add mod ord">
        <pc:chgData name="naga venkata sahithi parepalli" userId="ddd610923d8b72e1" providerId="LiveId" clId="{1AD68BBA-4D3E-4577-8E06-A52210F8F7BE}" dt="2025-10-11T11:30:58.159" v="682"/>
        <pc:sldMkLst>
          <pc:docMk/>
          <pc:sldMk cId="2569304463" sldId="2146847058"/>
        </pc:sldMkLst>
        <pc:spChg chg="mod">
          <ac:chgData name="naga venkata sahithi parepalli" userId="ddd610923d8b72e1" providerId="LiveId" clId="{1AD68BBA-4D3E-4577-8E06-A52210F8F7BE}" dt="2025-10-11T10:19:38.661" v="542" actId="2711"/>
          <ac:spMkLst>
            <pc:docMk/>
            <pc:sldMk cId="2569304463" sldId="2146847058"/>
            <ac:spMk id="13" creationId="{BB46AF6C-F4C7-B7B6-0DFA-94E19ADC51AE}"/>
          </ac:spMkLst>
        </pc:spChg>
        <pc:spChg chg="mod">
          <ac:chgData name="naga venkata sahithi parepalli" userId="ddd610923d8b72e1" providerId="LiveId" clId="{1AD68BBA-4D3E-4577-8E06-A52210F8F7BE}" dt="2025-10-11T10:19:26.852" v="541" actId="2711"/>
          <ac:spMkLst>
            <pc:docMk/>
            <pc:sldMk cId="2569304463" sldId="2146847058"/>
            <ac:spMk id="14" creationId="{8576C63F-57B3-A541-2EAE-687A97D21A25}"/>
          </ac:spMkLst>
        </pc:spChg>
        <pc:picChg chg="add mod">
          <ac:chgData name="naga venkata sahithi parepalli" userId="ddd610923d8b72e1" providerId="LiveId" clId="{1AD68BBA-4D3E-4577-8E06-A52210F8F7BE}" dt="2025-10-11T10:22:29.523" v="559" actId="14100"/>
          <ac:picMkLst>
            <pc:docMk/>
            <pc:sldMk cId="2569304463" sldId="2146847058"/>
            <ac:picMk id="4" creationId="{47082E87-828C-7B5E-5366-EB1F47A4A76B}"/>
          </ac:picMkLst>
        </pc:picChg>
        <pc:picChg chg="add mod">
          <ac:chgData name="naga venkata sahithi parepalli" userId="ddd610923d8b72e1" providerId="LiveId" clId="{1AD68BBA-4D3E-4577-8E06-A52210F8F7BE}" dt="2025-10-11T10:22:35.818" v="560" actId="14100"/>
          <ac:picMkLst>
            <pc:docMk/>
            <pc:sldMk cId="2569304463" sldId="2146847058"/>
            <ac:picMk id="7" creationId="{65E61173-6D3F-565A-4ED3-087920DC2AF7}"/>
          </ac:picMkLst>
        </pc:picChg>
      </pc:sldChg>
      <pc:sldChg chg="add del">
        <pc:chgData name="naga venkata sahithi parepalli" userId="ddd610923d8b72e1" providerId="LiveId" clId="{1AD68BBA-4D3E-4577-8E06-A52210F8F7BE}" dt="2025-10-11T10:18:51.056" v="535" actId="47"/>
        <pc:sldMkLst>
          <pc:docMk/>
          <pc:sldMk cId="3063550103" sldId="2146847058"/>
        </pc:sldMkLst>
      </pc:sldChg>
      <pc:sldChg chg="addSp delSp modSp add mod">
        <pc:chgData name="naga venkata sahithi parepalli" userId="ddd610923d8b72e1" providerId="LiveId" clId="{1AD68BBA-4D3E-4577-8E06-A52210F8F7BE}" dt="2025-10-11T10:23:51.812" v="578" actId="20577"/>
        <pc:sldMkLst>
          <pc:docMk/>
          <pc:sldMk cId="122141508" sldId="2146847059"/>
        </pc:sldMkLst>
        <pc:spChg chg="mod">
          <ac:chgData name="naga venkata sahithi parepalli" userId="ddd610923d8b72e1" providerId="LiveId" clId="{1AD68BBA-4D3E-4577-8E06-A52210F8F7BE}" dt="2025-10-11T10:23:51.812" v="578" actId="20577"/>
          <ac:spMkLst>
            <pc:docMk/>
            <pc:sldMk cId="122141508" sldId="2146847059"/>
            <ac:spMk id="13" creationId="{5BF51643-F3BC-1487-A9A6-76EE0CB52D86}"/>
          </ac:spMkLst>
        </pc:spChg>
        <pc:picChg chg="add mod">
          <ac:chgData name="naga venkata sahithi parepalli" userId="ddd610923d8b72e1" providerId="LiveId" clId="{1AD68BBA-4D3E-4577-8E06-A52210F8F7BE}" dt="2025-10-11T10:23:37.274" v="567" actId="14100"/>
          <ac:picMkLst>
            <pc:docMk/>
            <pc:sldMk cId="122141508" sldId="2146847059"/>
            <ac:picMk id="6" creationId="{05550C06-A351-88CD-4E31-529835DCC6DE}"/>
          </ac:picMkLst>
        </pc:picChg>
      </pc:sldChg>
      <pc:sldChg chg="add">
        <pc:chgData name="naga venkata sahithi parepalli" userId="ddd610923d8b72e1" providerId="LiveId" clId="{1AD68BBA-4D3E-4577-8E06-A52210F8F7BE}" dt="2025-10-11T11:31:19.002" v="683" actId="2890"/>
        <pc:sldMkLst>
          <pc:docMk/>
          <pc:sldMk cId="1486980856" sldId="21468470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21-10-2025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113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10/21/2025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10/21/2025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i-travel--planner.streamlit.app/" TargetMode="External"/><Relationship Id="rId2" Type="http://schemas.openxmlformats.org/officeDocument/2006/relationships/hyperlink" Target="https://github.com/Parepallinagavenkatasahithi/AI-travel-planner.gi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IN" b="1" dirty="0"/>
              <a:t>AI Travel Planner for Students 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77725" y="4586365"/>
            <a:ext cx="9419987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Parepalli Naga Venkata Sahithi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-Potti Sriramulu Chalavadi Mallikarjun Rao College of Engineering &amp; Technology, CSE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Scope(Optional)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D5EFD5-67FD-0471-2D5B-DB48161AD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232452"/>
            <a:ext cx="11029615" cy="368051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face difficulties when planning trips due to: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time to research destinations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budgets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personalized travel suggestions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managing itinerary, weather, and cost information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AI-based travel planner that helps students create smart, personalized, and budget-friendly itineraries by combining weather, location, and interest-based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0096D-CBE7-7FDC-AE10-37A50B239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893402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Streamlit (Python-based web UI)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GPT-4o-mini (OpenAI API)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Integrated: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OpenWeather API (live weather)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OpenCage API (location &amp; coordinates)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Tools: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dotenv (secure environment variables), pandas, requests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Streamlit to collect user inputs (destination, dates, budget, interests). APIs fetch real-time weather and map data, and the AI model generates a personalized itinerary with packing lists, budgets, and travel tips.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19932"/>
            <a:ext cx="11029616" cy="55019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13D4AF-BC64-937B-E983-E2F50E4F34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5725" y="1231846"/>
            <a:ext cx="10831875" cy="5576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(Step-by-Step):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trip details from the user.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location coordinates using OpenCage API.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current weather using OpenWeather API.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user data + weather + points of interest.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AI itinerary using GPT-4o-mini model.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Day-wise plan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 breakdown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packing list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visualization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Deployment: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Deployed via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 Cloud / GitHub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.env file used for secure API key handling.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20F19-3232-FCD0-E48F-6210A7E8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230409-939A-60F3-342F-342F13F94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32" y="655406"/>
            <a:ext cx="11029616" cy="523869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BE642F-C3D0-4B7A-8D8A-3804B8286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03622"/>
            <a:ext cx="11029615" cy="42717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305435" indent="-305435"/>
            <a:endParaRPr lang="en-US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E2C67D-CC40-5E31-4EBF-E26C0337CB08}"/>
              </a:ext>
            </a:extLst>
          </p:cNvPr>
          <p:cNvSpPr txBox="1"/>
          <p:nvPr/>
        </p:nvSpPr>
        <p:spPr>
          <a:xfrm>
            <a:off x="683233" y="1487837"/>
            <a:ext cx="5151879" cy="3365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AI Itinerary: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Day-wise plan (Morning, Afternoon, Evening)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budget division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Packing list based on weather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🗺️ Map View: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points of interest near the destination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📥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Feature: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to download itinerary as a .txt file</a:t>
            </a:r>
          </a:p>
        </p:txBody>
      </p:sp>
    </p:spTree>
    <p:extLst>
      <p:ext uri="{BB962C8B-B14F-4D97-AF65-F5344CB8AC3E}">
        <p14:creationId xmlns:p14="http://schemas.microsoft.com/office/powerpoint/2010/main" val="424615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C2B8-5F2D-195E-92BC-6253B478E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261779-1CFE-36CD-F9EE-CCEE64A57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32" y="655406"/>
            <a:ext cx="11029616" cy="523869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856342-9755-FE64-B731-9F9BB5BFC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03622"/>
            <a:ext cx="11029615" cy="42717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305435" indent="-305435"/>
            <a:endParaRPr lang="en-US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6CDC0A-8BEC-9B9C-A181-AD24347A7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80" y="1534601"/>
            <a:ext cx="5589019" cy="45401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BE25D5-FBE4-37CF-9F5F-4130A9FA5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291" y="1703622"/>
            <a:ext cx="5725516" cy="47960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87A3EB-BA40-55BA-1378-7A2C55C45E00}"/>
              </a:ext>
            </a:extLst>
          </p:cNvPr>
          <p:cNvSpPr txBox="1"/>
          <p:nvPr/>
        </p:nvSpPr>
        <p:spPr>
          <a:xfrm>
            <a:off x="683231" y="1141526"/>
            <a:ext cx="172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Slide-1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D77F99-982B-041D-3F53-DFB591DE9477}"/>
              </a:ext>
            </a:extLst>
          </p:cNvPr>
          <p:cNvSpPr txBox="1"/>
          <p:nvPr/>
        </p:nvSpPr>
        <p:spPr>
          <a:xfrm>
            <a:off x="6830171" y="1141526"/>
            <a:ext cx="3450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Slide-2:</a:t>
            </a:r>
          </a:p>
        </p:txBody>
      </p:sp>
    </p:spTree>
    <p:extLst>
      <p:ext uri="{BB962C8B-B14F-4D97-AF65-F5344CB8AC3E}">
        <p14:creationId xmlns:p14="http://schemas.microsoft.com/office/powerpoint/2010/main" val="1486980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5791A-B790-BFBB-D597-5DD49049D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DB5AAB-8196-59C7-A20E-6B49E6704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32" y="655406"/>
            <a:ext cx="11029616" cy="523869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344744-8888-F903-4858-F54F0B8D7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03622"/>
            <a:ext cx="11029615" cy="42717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305435" indent="-305435"/>
            <a:endParaRPr lang="en-US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46AF6C-F4C7-B7B6-0DFA-94E19ADC51AE}"/>
              </a:ext>
            </a:extLst>
          </p:cNvPr>
          <p:cNvSpPr txBox="1"/>
          <p:nvPr/>
        </p:nvSpPr>
        <p:spPr>
          <a:xfrm>
            <a:off x="683231" y="1141526"/>
            <a:ext cx="172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Slide-3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76C63F-57B3-A541-2EAE-687A97D21A25}"/>
              </a:ext>
            </a:extLst>
          </p:cNvPr>
          <p:cNvSpPr txBox="1"/>
          <p:nvPr/>
        </p:nvSpPr>
        <p:spPr>
          <a:xfrm>
            <a:off x="6830171" y="1141526"/>
            <a:ext cx="3450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Slide-4: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082E87-828C-7B5E-5366-EB1F47A4A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510857"/>
            <a:ext cx="5422042" cy="49888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E61173-6D3F-565A-4ED3-087920DC2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3234" y="1574358"/>
            <a:ext cx="5518205" cy="4925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304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B9752-FABA-1C86-E8CE-0545A567C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510D70-C2FB-24AD-2E19-7F4D9123E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232" y="655406"/>
            <a:ext cx="11029616" cy="523869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06DCD0-4321-5855-7F5A-8A5E8D3B5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03622"/>
            <a:ext cx="11029615" cy="427172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305435" indent="-305435"/>
            <a:endParaRPr lang="en-US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F51643-F3BC-1487-A9A6-76EE0CB52D86}"/>
              </a:ext>
            </a:extLst>
          </p:cNvPr>
          <p:cNvSpPr txBox="1"/>
          <p:nvPr/>
        </p:nvSpPr>
        <p:spPr>
          <a:xfrm>
            <a:off x="683231" y="1141526"/>
            <a:ext cx="1726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Slide-5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550C06-A351-88CD-4E31-529835DCC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52" y="1588576"/>
            <a:ext cx="11131655" cy="4714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41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 AND DEPLOYMNET LINK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 your GitHub Link :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https://github.com/Parepallinagavenkatasahithi/AI-travel-planner.git</a:t>
            </a:r>
            <a:endParaRPr lang="en-US" sz="20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05435" indent="-305435"/>
            <a:r>
              <a:rPr lang="en-US" sz="28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Deployment link:</a:t>
            </a:r>
          </a:p>
          <a:p>
            <a:pPr marL="936000" lvl="3" indent="0">
              <a:buNone/>
            </a:pPr>
            <a:r>
              <a:rPr lang="en-US" sz="2000" b="1" dirty="0">
                <a:solidFill>
                  <a:srgbClr val="92D05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hlinkClick r:id="rId3"/>
              </a:rPr>
              <a:t>https://ai-travel--planner.streamlit.app/</a:t>
            </a:r>
            <a:endParaRPr lang="en-US" sz="2000" b="1" dirty="0">
              <a:solidFill>
                <a:srgbClr val="92D05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936000" lvl="3" indent="0">
              <a:buNone/>
            </a:pPr>
            <a:endParaRPr lang="en-US" sz="2000" b="1" dirty="0">
              <a:solidFill>
                <a:srgbClr val="92D050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0DB77D-9106-AD05-1664-25E5E9ABD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Travel Planner helps students plan smarter and more efficient trips. By combining APIs and AI: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personalizes travel experiences.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cost.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weather-based smart suggestions.</a:t>
            </a:r>
          </a:p>
          <a:p>
            <a:pPr marL="0" indent="0">
              <a:lnSpc>
                <a:spcPct val="150000"/>
              </a:lnSpc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artificial intelligence can simplify daily planning and enhance travel accessibility for young travelers.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solution bridges the gap between technology and travel, showing how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automation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make trip planning more efficient, affordable, and accessible — especially for students with limited budgets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97058BC2-BE75-5328-DF68-9A687C360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471" y="1979973"/>
            <a:ext cx="908834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hotel &amp; transport booking integration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multi-destination route planning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a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ssistant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trip queries.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currency conversion &amp; alerts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Maps API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live navigation.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588927" y="656436"/>
            <a:ext cx="11021879" cy="854649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AFABEDB-2D7F-BA28-C0D2-F7C1CFB731D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8678" y="1812328"/>
            <a:ext cx="9291234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 GPT-4o-mini–API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 Official Docs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OpenWeather API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OpenCage Geocoder API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Libraries: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requests, pandas, dotenv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47256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b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/>
              <a:t>“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Trips. Simple Planning. Student-Friendly.”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1849</TotalTime>
  <Words>541</Words>
  <Application>Microsoft Office PowerPoint</Application>
  <PresentationFormat>Widescreen</PresentationFormat>
  <Paragraphs>89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Franklin Gothic Book</vt:lpstr>
      <vt:lpstr>Franklin Gothic Demi</vt:lpstr>
      <vt:lpstr>Times New Roman</vt:lpstr>
      <vt:lpstr>Wingdings 2</vt:lpstr>
      <vt:lpstr>DividendVTI</vt:lpstr>
      <vt:lpstr>AI Travel Planner for Students </vt:lpstr>
      <vt:lpstr>OUTLINE</vt:lpstr>
      <vt:lpstr>Problem Statement</vt:lpstr>
      <vt:lpstr>System  Approach</vt:lpstr>
      <vt:lpstr>Algorithm &amp; Deployment</vt:lpstr>
      <vt:lpstr>Result</vt:lpstr>
      <vt:lpstr>Result</vt:lpstr>
      <vt:lpstr>Result</vt:lpstr>
      <vt:lpstr>Result</vt:lpstr>
      <vt:lpstr>GITHUB AND DEPLOYMNET LINK</vt:lpstr>
      <vt:lpstr>Conclusion</vt:lpstr>
      <vt:lpstr>PowerPoint Presentation</vt:lpstr>
      <vt:lpstr>References</vt:lpstr>
      <vt:lpstr>THANK YOU   “Smart Trips. Simple Planning. Student-Friendly.”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naga venkata sahithi parepalli</cp:lastModifiedBy>
  <cp:revision>57</cp:revision>
  <dcterms:created xsi:type="dcterms:W3CDTF">2021-05-26T16:50:10Z</dcterms:created>
  <dcterms:modified xsi:type="dcterms:W3CDTF">2025-10-21T15:46:47Z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